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5"/>
  </p:notesMasterIdLst>
  <p:sldIdLst>
    <p:sldId id="256" r:id="rId2"/>
    <p:sldId id="258" r:id="rId3"/>
    <p:sldId id="259" r:id="rId4"/>
    <p:sldId id="257" r:id="rId5"/>
    <p:sldId id="260" r:id="rId6"/>
    <p:sldId id="279" r:id="rId7"/>
    <p:sldId id="262" r:id="rId8"/>
    <p:sldId id="263" r:id="rId9"/>
    <p:sldId id="264" r:id="rId10"/>
    <p:sldId id="278" r:id="rId11"/>
    <p:sldId id="277" r:id="rId12"/>
    <p:sldId id="265" r:id="rId13"/>
    <p:sldId id="280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1014"/>
    <a:srgbClr val="650A00"/>
    <a:srgbClr val="002B43"/>
    <a:srgbClr val="8C2828"/>
    <a:srgbClr val="004F8A"/>
    <a:srgbClr val="E6A6A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>
        <p:scale>
          <a:sx n="100" d="100"/>
          <a:sy n="100" d="100"/>
        </p:scale>
        <p:origin x="1728" y="1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0FE940-7551-4351-8F32-75FBD87CAE68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3A84CC-9B26-4352-B228-E4E426848C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6886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426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694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843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2732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488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37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190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7906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612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343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3427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1021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34083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74256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17406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47133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5356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0000">
              <a:srgbClr val="181014"/>
            </a:gs>
            <a:gs pos="0">
              <a:srgbClr val="650A00"/>
            </a:gs>
            <a:gs pos="100000">
              <a:srgbClr val="002B43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CC62692F-08E6-4488-9832-35C7FAC6B41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2BB02E64-B3E4-48D5-BFCA-7B79021C04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31732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21A60-1E4D-7747-9A96-E218CDD3A7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F459C2-CF3C-00CA-1BAB-DA4705C973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 descr="A card game with cards and chips">
            <a:extLst>
              <a:ext uri="{FF2B5EF4-FFF2-40B4-BE49-F238E27FC236}">
                <a16:creationId xmlns:a16="http://schemas.microsoft.com/office/drawing/2014/main" id="{596F020A-8B28-1372-BDF2-618D527EAD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690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D7DD9-9B8F-C829-7829-70AED1CD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2CD33-29AB-07EA-9FEB-536F2469B1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A4987A-CB53-56A6-9828-311B92C8AB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 descr="A card game with cards and chips">
            <a:extLst>
              <a:ext uri="{FF2B5EF4-FFF2-40B4-BE49-F238E27FC236}">
                <a16:creationId xmlns:a16="http://schemas.microsoft.com/office/drawing/2014/main" id="{99F4EFE6-77B1-0B50-2566-D3F0A21409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CE776DD-FAA8-F1AD-0E54-B8172077728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60000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8D4775-2FFE-52A9-3EDA-8C6579109E5A}"/>
              </a:ext>
            </a:extLst>
          </p:cNvPr>
          <p:cNvSpPr txBox="1"/>
          <p:nvPr/>
        </p:nvSpPr>
        <p:spPr>
          <a:xfrm>
            <a:off x="1327150" y="691137"/>
            <a:ext cx="37719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 err="1"/>
              <a:t>Pylatro</a:t>
            </a:r>
            <a:endParaRPr lang="en-GB" sz="6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0191D3-44FC-AEE3-948A-9DF5E4826998}"/>
              </a:ext>
            </a:extLst>
          </p:cNvPr>
          <p:cNvSpPr txBox="1"/>
          <p:nvPr/>
        </p:nvSpPr>
        <p:spPr>
          <a:xfrm>
            <a:off x="1327150" y="1731091"/>
            <a:ext cx="44005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Una </a:t>
            </a:r>
            <a:r>
              <a:rPr lang="en-US" dirty="0" err="1"/>
              <a:t>recreación</a:t>
            </a:r>
            <a:r>
              <a:rPr lang="en-US" dirty="0"/>
              <a:t> de </a:t>
            </a:r>
            <a:r>
              <a:rPr lang="en-US" dirty="0" err="1"/>
              <a:t>Balatro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Python y </a:t>
            </a:r>
            <a:r>
              <a:rPr lang="en-US" dirty="0" err="1"/>
              <a:t>Pygame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35662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74000">
              <a:srgbClr val="0C1E2C"/>
            </a:gs>
            <a:gs pos="42000">
              <a:srgbClr val="181014"/>
            </a:gs>
            <a:gs pos="0">
              <a:srgbClr val="650A00"/>
            </a:gs>
            <a:gs pos="100000">
              <a:srgbClr val="002B43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d game with cards and chips">
            <a:extLst>
              <a:ext uri="{FF2B5EF4-FFF2-40B4-BE49-F238E27FC236}">
                <a16:creationId xmlns:a16="http://schemas.microsoft.com/office/drawing/2014/main" id="{5F50DA67-4F93-F4FC-BC9F-06C01DDC39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Arquitectura</a:t>
            </a:r>
            <a:r>
              <a:rPr dirty="0"/>
              <a:t> General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Módulo</a:t>
            </a:r>
            <a:r>
              <a:rPr dirty="0"/>
              <a:t> de cartas y </a:t>
            </a:r>
            <a:r>
              <a:rPr dirty="0" err="1"/>
              <a:t>mazo</a:t>
            </a:r>
            <a:endParaRPr dirty="0"/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Evaluador</a:t>
            </a:r>
            <a:r>
              <a:rPr dirty="0"/>
              <a:t> de manos</a:t>
            </a:r>
          </a:p>
          <a:p>
            <a:pPr marL="0" indent="0">
              <a:buNone/>
            </a:pPr>
            <a:r>
              <a:rPr dirty="0"/>
              <a:t>• Sistema de Jokers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Jugador</a:t>
            </a:r>
            <a:r>
              <a:rPr dirty="0"/>
              <a:t> y </a:t>
            </a:r>
            <a:r>
              <a:rPr dirty="0" err="1"/>
              <a:t>progreso</a:t>
            </a:r>
            <a:endParaRPr dirty="0"/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Controlador</a:t>
            </a:r>
            <a:r>
              <a:rPr dirty="0"/>
              <a:t> de </a:t>
            </a:r>
            <a:r>
              <a:rPr dirty="0" err="1"/>
              <a:t>rondas</a:t>
            </a:r>
            <a:endParaRPr dirty="0"/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Interfaz</a:t>
            </a:r>
            <a:r>
              <a:rPr dirty="0"/>
              <a:t> con </a:t>
            </a:r>
            <a:r>
              <a:rPr dirty="0" err="1"/>
              <a:t>Pygame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 game with cards and chips&#10;&#10;AI-generated content may be incorrect.">
            <a:extLst>
              <a:ext uri="{FF2B5EF4-FFF2-40B4-BE49-F238E27FC236}">
                <a16:creationId xmlns:a16="http://schemas.microsoft.com/office/drawing/2014/main" id="{E4DD85C7-4DFE-C164-3089-CD51FB7DC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641600" y="-2759075"/>
            <a:ext cx="20421600" cy="1148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4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 de Cartas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lang="en-GB" dirty="0"/>
              <a:t>Cartas </a:t>
            </a:r>
            <a:r>
              <a:rPr lang="en-GB" dirty="0" err="1"/>
              <a:t>representadas</a:t>
            </a:r>
            <a:r>
              <a:rPr lang="en-GB" dirty="0"/>
              <a:t> </a:t>
            </a:r>
            <a:r>
              <a:rPr lang="en-GB" dirty="0" err="1"/>
              <a:t>como</a:t>
            </a:r>
            <a:r>
              <a:rPr lang="en-GB" dirty="0"/>
              <a:t> </a:t>
            </a:r>
            <a:r>
              <a:rPr lang="en-GB" dirty="0" err="1"/>
              <a:t>tuplas</a:t>
            </a:r>
            <a:r>
              <a:rPr lang="en-GB" dirty="0"/>
              <a:t> (</a:t>
            </a:r>
            <a:r>
              <a:rPr lang="en-GB" dirty="0" err="1"/>
              <a:t>valor</a:t>
            </a:r>
            <a:r>
              <a:rPr lang="en-GB" dirty="0"/>
              <a:t>, </a:t>
            </a:r>
            <a:r>
              <a:rPr lang="en-GB" dirty="0" err="1"/>
              <a:t>palo</a:t>
            </a:r>
            <a:r>
              <a:rPr lang="en-GB" dirty="0"/>
              <a:t>)</a:t>
            </a:r>
            <a:r>
              <a:rPr dirty="0"/>
              <a:t> </a:t>
            </a:r>
            <a:endParaRPr lang="en-US" dirty="0"/>
          </a:p>
          <a:p>
            <a:pPr marL="0" indent="0">
              <a:buNone/>
            </a:pPr>
            <a:r>
              <a:rPr dirty="0"/>
              <a:t>• Mazo </a:t>
            </a:r>
            <a:r>
              <a:rPr dirty="0" err="1"/>
              <a:t>generado</a:t>
            </a:r>
            <a:r>
              <a:rPr dirty="0"/>
              <a:t> </a:t>
            </a:r>
            <a:r>
              <a:rPr dirty="0" err="1"/>
              <a:t>dinámicamente</a:t>
            </a:r>
            <a:endParaRPr dirty="0"/>
          </a:p>
        </p:txBody>
      </p:sp>
      <p:pic>
        <p:nvPicPr>
          <p:cNvPr id="4" name="Picture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D60A75C-563D-90AC-FCB1-2DACFA7759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72626"/>
            <a:ext cx="12192000" cy="50543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9655A-63C5-4BAC-718A-26A1032D7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52616-EA16-5BD4-9733-4E5E1E6CE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 de Cartas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87CAA-E053-F823-ABA4-580CF5E54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lang="en-GB" dirty="0"/>
              <a:t>Cartas </a:t>
            </a:r>
            <a:r>
              <a:rPr lang="en-GB" dirty="0" err="1"/>
              <a:t>representadas</a:t>
            </a:r>
            <a:r>
              <a:rPr lang="en-GB" dirty="0"/>
              <a:t> </a:t>
            </a:r>
            <a:r>
              <a:rPr lang="en-GB" dirty="0" err="1"/>
              <a:t>como</a:t>
            </a:r>
            <a:r>
              <a:rPr lang="en-GB" dirty="0"/>
              <a:t> </a:t>
            </a:r>
            <a:r>
              <a:rPr lang="en-GB" dirty="0" err="1"/>
              <a:t>tuplas</a:t>
            </a:r>
            <a:r>
              <a:rPr lang="en-GB" dirty="0"/>
              <a:t> (</a:t>
            </a:r>
            <a:r>
              <a:rPr lang="en-GB" dirty="0" err="1"/>
              <a:t>valor</a:t>
            </a:r>
            <a:r>
              <a:rPr lang="en-GB" dirty="0"/>
              <a:t>, </a:t>
            </a:r>
            <a:r>
              <a:rPr lang="en-GB" dirty="0" err="1"/>
              <a:t>palo</a:t>
            </a:r>
            <a:r>
              <a:rPr lang="en-GB" dirty="0"/>
              <a:t>)</a:t>
            </a:r>
            <a:r>
              <a:rPr dirty="0"/>
              <a:t> </a:t>
            </a:r>
            <a:endParaRPr lang="en-US" dirty="0"/>
          </a:p>
          <a:p>
            <a:pPr marL="0" indent="0">
              <a:buNone/>
            </a:pPr>
            <a:r>
              <a:rPr dirty="0"/>
              <a:t>• Mazo </a:t>
            </a:r>
            <a:r>
              <a:rPr dirty="0" err="1"/>
              <a:t>generado</a:t>
            </a:r>
            <a:r>
              <a:rPr dirty="0"/>
              <a:t> </a:t>
            </a:r>
            <a:r>
              <a:rPr dirty="0" err="1"/>
              <a:t>dinámicamente</a:t>
            </a:r>
            <a:endParaRPr dirty="0"/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2F862D14-3570-FAFC-C722-6DA34BD234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71832"/>
            <a:ext cx="12192000" cy="505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3873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Reparto y Descarte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robar_mano</a:t>
            </a:r>
            <a:r>
              <a:rPr dirty="0"/>
              <a:t>() genera la mano </a:t>
            </a:r>
            <a:r>
              <a:rPr dirty="0" err="1"/>
              <a:t>inicial</a:t>
            </a:r>
            <a:r>
              <a:rPr dirty="0"/>
              <a:t>.</a:t>
            </a:r>
            <a:endParaRPr lang="en-GB" dirty="0"/>
          </a:p>
          <a:p>
            <a:pPr marL="0" indent="0">
              <a:buNone/>
            </a:pPr>
            <a:r>
              <a:rPr lang="en-GB" dirty="0" err="1"/>
              <a:t>recargarMazo</a:t>
            </a:r>
            <a:r>
              <a:rPr lang="en-GB" dirty="0"/>
              <a:t>() </a:t>
            </a:r>
            <a:r>
              <a:rPr lang="en-GB" dirty="0" err="1"/>
              <a:t>asegura</a:t>
            </a:r>
            <a:r>
              <a:rPr lang="en-GB" dirty="0"/>
              <a:t> </a:t>
            </a:r>
            <a:r>
              <a:rPr lang="en-GB" dirty="0" err="1"/>
              <a:t>infinito</a:t>
            </a:r>
            <a:r>
              <a:rPr lang="en-GB" dirty="0"/>
              <a:t> </a:t>
            </a:r>
            <a:r>
              <a:rPr lang="en-GB" dirty="0" err="1"/>
              <a:t>flujo</a:t>
            </a:r>
            <a:r>
              <a:rPr lang="en-GB" dirty="0"/>
              <a:t> de cartas.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Evaluación</a:t>
            </a:r>
            <a:r>
              <a:rPr dirty="0"/>
              <a:t> de Manos</a:t>
            </a:r>
          </a:p>
        </p:txBody>
      </p:sp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B1CCDEAF-9426-0601-5006-365B74997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7906"/>
            <a:ext cx="12192000" cy="60292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rd game with cards and chips&#10;&#10;AI-generated content may be incorrect.">
            <a:extLst>
              <a:ext uri="{FF2B5EF4-FFF2-40B4-BE49-F238E27FC236}">
                <a16:creationId xmlns:a16="http://schemas.microsoft.com/office/drawing/2014/main" id="{57E95EDC-6E03-B794-E7B4-62851052095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641600" y="-2759075"/>
            <a:ext cx="20421600" cy="114871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Código — Evaluación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nombre</a:t>
            </a:r>
            <a:r>
              <a:rPr dirty="0"/>
              <a:t>, (chips, multi) = </a:t>
            </a:r>
            <a:r>
              <a:rPr dirty="0" err="1"/>
              <a:t>valoresDefault</a:t>
            </a:r>
            <a:r>
              <a:rPr dirty="0"/>
              <a:t>(mano)</a:t>
            </a:r>
          </a:p>
          <a:p>
            <a:pPr marL="0" indent="0">
              <a:buNone/>
            </a:pPr>
            <a:r>
              <a:rPr dirty="0"/>
              <a:t># chips * multi base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6F61A-AB6B-EC94-3D16-869AE2DE3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 game with cards and chips&#10;&#10;AI-generated content may be incorrect.">
            <a:extLst>
              <a:ext uri="{FF2B5EF4-FFF2-40B4-BE49-F238E27FC236}">
                <a16:creationId xmlns:a16="http://schemas.microsoft.com/office/drawing/2014/main" id="{7E578D2A-8D34-24A0-01D8-0FEB69D0B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641600" y="-2759075"/>
            <a:ext cx="20421600" cy="1148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356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56A8C-A9BF-B7EF-16F3-05FCA2780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813B6-0F01-345E-20A7-9CC1AF9FC6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0F161-E8FF-704C-0C9F-0F2DA68E1E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 descr="A card game with cards and chips">
            <a:extLst>
              <a:ext uri="{FF2B5EF4-FFF2-40B4-BE49-F238E27FC236}">
                <a16:creationId xmlns:a16="http://schemas.microsoft.com/office/drawing/2014/main" id="{D129C7D8-EBA0-DC5A-35F4-73E53D3064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305800" y="0"/>
            <a:ext cx="20497800" cy="1153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353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Jokers </a:t>
            </a:r>
            <a:r>
              <a:rPr lang="en-US" dirty="0"/>
              <a:t>-</a:t>
            </a:r>
            <a:r>
              <a:rPr dirty="0"/>
              <a:t> </a:t>
            </a:r>
            <a:r>
              <a:rPr dirty="0" err="1"/>
              <a:t>Concepto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Clases</a:t>
            </a:r>
            <a:r>
              <a:rPr dirty="0"/>
              <a:t> </a:t>
            </a:r>
            <a:r>
              <a:rPr dirty="0" err="1"/>
              <a:t>independientes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Modifican</a:t>
            </a:r>
            <a:r>
              <a:rPr dirty="0"/>
              <a:t> chips y </a:t>
            </a:r>
            <a:r>
              <a:rPr dirty="0" err="1"/>
              <a:t>multiplicadores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Cada uno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precio</a:t>
            </a:r>
            <a:r>
              <a:rPr dirty="0"/>
              <a:t>, </a:t>
            </a:r>
            <a:r>
              <a:rPr dirty="0" err="1"/>
              <a:t>habilidad</a:t>
            </a:r>
            <a:r>
              <a:rPr dirty="0"/>
              <a:t> y </a:t>
            </a:r>
            <a:r>
              <a:rPr dirty="0" err="1"/>
              <a:t>descripción</a:t>
            </a:r>
            <a:r>
              <a:rPr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BC447-7E27-1D1F-DA5B-21F7013E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40FD9-9084-D3AB-1F26-20C868024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04" y="0"/>
            <a:ext cx="114799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00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2F87AE0-EE92-E92F-EC0F-90D4CB71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115" y="0"/>
            <a:ext cx="1113377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Jugador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Atributos</a:t>
            </a:r>
            <a:r>
              <a:rPr dirty="0"/>
              <a:t>: dinero, </a:t>
            </a:r>
            <a:r>
              <a:rPr dirty="0" err="1"/>
              <a:t>nivel</a:t>
            </a:r>
            <a:r>
              <a:rPr dirty="0"/>
              <a:t>, </a:t>
            </a:r>
            <a:r>
              <a:rPr dirty="0" err="1"/>
              <a:t>lista</a:t>
            </a:r>
            <a:r>
              <a:rPr dirty="0"/>
              <a:t> de jokers.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Métodos</a:t>
            </a:r>
            <a:r>
              <a:rPr dirty="0"/>
              <a:t>: </a:t>
            </a:r>
            <a:r>
              <a:rPr dirty="0" err="1"/>
              <a:t>comprar_joker</a:t>
            </a:r>
            <a:r>
              <a:rPr dirty="0"/>
              <a:t>(), </a:t>
            </a:r>
            <a:r>
              <a:rPr dirty="0" err="1"/>
              <a:t>mostrarJokers</a:t>
            </a:r>
            <a:r>
              <a:rPr dirty="0"/>
              <a:t>().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Rondas</a:t>
            </a:r>
            <a:r>
              <a:rPr dirty="0"/>
              <a:t> </a:t>
            </a:r>
            <a:r>
              <a:rPr lang="en-US" dirty="0"/>
              <a:t>-</a:t>
            </a:r>
            <a:r>
              <a:rPr dirty="0"/>
              <a:t> </a:t>
            </a:r>
            <a:r>
              <a:rPr dirty="0" err="1"/>
              <a:t>Estructura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lang="en-US" dirty="0" err="1"/>
              <a:t>Incrementa</a:t>
            </a:r>
            <a:r>
              <a:rPr lang="en-US" dirty="0"/>
              <a:t> la </a:t>
            </a:r>
            <a:r>
              <a:rPr lang="en-US" dirty="0" err="1"/>
              <a:t>dificultad</a:t>
            </a:r>
            <a:r>
              <a:rPr lang="en-US" dirty="0"/>
              <a:t>, la </a:t>
            </a:r>
            <a:r>
              <a:rPr lang="en-US" dirty="0" err="1"/>
              <a:t>cantidad</a:t>
            </a:r>
            <a:r>
              <a:rPr lang="en-US" dirty="0"/>
              <a:t> </a:t>
            </a:r>
            <a:r>
              <a:rPr lang="en-US" dirty="0" err="1"/>
              <a:t>requerida</a:t>
            </a:r>
            <a:r>
              <a:rPr lang="en-US" dirty="0"/>
              <a:t> de </a:t>
            </a:r>
            <a:r>
              <a:rPr lang="en-US" dirty="0" err="1"/>
              <a:t>fichas</a:t>
            </a:r>
            <a:r>
              <a:rPr lang="en-US" dirty="0"/>
              <a:t> </a:t>
            </a:r>
            <a:r>
              <a:rPr lang="en-US" dirty="0" err="1"/>
              <a:t>a</a:t>
            </a:r>
            <a:r>
              <a:rPr dirty="0" err="1"/>
              <a:t>umenta</a:t>
            </a:r>
            <a:r>
              <a:rPr dirty="0"/>
              <a:t> 150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ronda</a:t>
            </a:r>
            <a:endParaRPr dirty="0"/>
          </a:p>
          <a:p>
            <a:pPr marL="0" indent="0">
              <a:buNone/>
            </a:pPr>
            <a:r>
              <a:rPr dirty="0"/>
              <a:t>• Cada 3 </a:t>
            </a:r>
            <a:r>
              <a:rPr dirty="0" err="1"/>
              <a:t>rondas</a:t>
            </a:r>
            <a:r>
              <a:rPr dirty="0"/>
              <a:t>, </a:t>
            </a:r>
            <a:r>
              <a:rPr dirty="0" err="1"/>
              <a:t>el</a:t>
            </a:r>
            <a:r>
              <a:rPr dirty="0"/>
              <a:t> valor se </a:t>
            </a:r>
            <a:r>
              <a:rPr dirty="0" err="1"/>
              <a:t>duplica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Código </a:t>
            </a:r>
            <a:r>
              <a:rPr lang="en-US" dirty="0"/>
              <a:t>-</a:t>
            </a:r>
            <a:r>
              <a:rPr dirty="0"/>
              <a:t> </a:t>
            </a:r>
            <a:r>
              <a:rPr dirty="0" err="1"/>
              <a:t>Objetivos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def </a:t>
            </a:r>
            <a:r>
              <a:rPr dirty="0" err="1"/>
              <a:t>objetivo_ronda</a:t>
            </a:r>
            <a:r>
              <a:rPr dirty="0"/>
              <a:t>(n):</a:t>
            </a:r>
          </a:p>
          <a:p>
            <a:pPr marL="0" indent="0">
              <a:buNone/>
            </a:pPr>
            <a:r>
              <a:rPr dirty="0"/>
              <a:t>    </a:t>
            </a:r>
            <a:r>
              <a:rPr dirty="0" err="1"/>
              <a:t>bloques</a:t>
            </a:r>
            <a:r>
              <a:rPr dirty="0"/>
              <a:t> = [...]</a:t>
            </a:r>
          </a:p>
          <a:p>
            <a:pPr marL="0" indent="0">
              <a:buNone/>
            </a:pPr>
            <a:r>
              <a:rPr dirty="0"/>
              <a:t>    return </a:t>
            </a:r>
            <a:r>
              <a:rPr dirty="0" err="1"/>
              <a:t>bloques</a:t>
            </a:r>
            <a:r>
              <a:rPr dirty="0"/>
              <a:t>[(n-1)//3][(n-1)%3]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Condición de Victoria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Ganar</a:t>
            </a:r>
            <a:r>
              <a:rPr dirty="0"/>
              <a:t> 24 </a:t>
            </a:r>
            <a:r>
              <a:rPr dirty="0" err="1"/>
              <a:t>rondas</a:t>
            </a:r>
            <a:r>
              <a:rPr dirty="0"/>
              <a:t> (8 </a:t>
            </a:r>
            <a:r>
              <a:rPr dirty="0" err="1"/>
              <a:t>ciclos</a:t>
            </a:r>
            <a:r>
              <a:rPr dirty="0"/>
              <a:t> de 3).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Pylatro</a:t>
            </a:r>
            <a:r>
              <a:rPr dirty="0"/>
              <a:t> </a:t>
            </a:r>
            <a:r>
              <a:rPr dirty="0" err="1"/>
              <a:t>completado</a:t>
            </a:r>
            <a:r>
              <a:rPr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Tienda de Jokers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Compra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dinero </a:t>
            </a:r>
            <a:r>
              <a:rPr dirty="0" err="1"/>
              <a:t>ganado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Cada Joker cambia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cálculo</a:t>
            </a:r>
            <a:r>
              <a:rPr dirty="0"/>
              <a:t> final de puntos.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Controlador</a:t>
            </a:r>
            <a:r>
              <a:rPr dirty="0"/>
              <a:t> </a:t>
            </a:r>
            <a:r>
              <a:rPr lang="en-US" dirty="0"/>
              <a:t>-</a:t>
            </a:r>
            <a:r>
              <a:rPr dirty="0"/>
              <a:t> </a:t>
            </a:r>
            <a:r>
              <a:rPr dirty="0" err="1"/>
              <a:t>Lógica</a:t>
            </a:r>
            <a:r>
              <a:rPr dirty="0"/>
              <a:t> Central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RondaController</a:t>
            </a:r>
            <a:r>
              <a:rPr dirty="0"/>
              <a:t> </a:t>
            </a:r>
            <a:r>
              <a:rPr dirty="0" err="1"/>
              <a:t>conecta</a:t>
            </a:r>
            <a:r>
              <a:rPr dirty="0"/>
              <a:t> UI y </a:t>
            </a:r>
            <a:r>
              <a:rPr dirty="0" err="1"/>
              <a:t>lógica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Controla</a:t>
            </a:r>
            <a:r>
              <a:rPr dirty="0"/>
              <a:t> </a:t>
            </a:r>
            <a:r>
              <a:rPr dirty="0" err="1"/>
              <a:t>descartes</a:t>
            </a:r>
            <a:r>
              <a:rPr dirty="0"/>
              <a:t>, </a:t>
            </a:r>
            <a:r>
              <a:rPr dirty="0" err="1"/>
              <a:t>jugadas</a:t>
            </a:r>
            <a:r>
              <a:rPr dirty="0"/>
              <a:t>, tienda.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Interfaz</a:t>
            </a:r>
            <a:r>
              <a:rPr dirty="0"/>
              <a:t> Gráfica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dirty="0"/>
              <a:t>• Cartas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abanico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HUD </a:t>
            </a:r>
            <a:r>
              <a:rPr dirty="0" err="1"/>
              <a:t>dinámico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Botones</a:t>
            </a:r>
            <a:r>
              <a:rPr dirty="0"/>
              <a:t> </a:t>
            </a:r>
            <a:r>
              <a:rPr dirty="0" err="1"/>
              <a:t>interactivos</a:t>
            </a:r>
            <a:r>
              <a:rPr dirty="0"/>
              <a:t>.</a:t>
            </a:r>
          </a:p>
        </p:txBody>
      </p:sp>
      <p:pic>
        <p:nvPicPr>
          <p:cNvPr id="5" name="Picture 4" descr="A screenshot of a game&#10;&#10;AI-generated content may be incorrect.">
            <a:extLst>
              <a:ext uri="{FF2B5EF4-FFF2-40B4-BE49-F238E27FC236}">
                <a16:creationId xmlns:a16="http://schemas.microsoft.com/office/drawing/2014/main" id="{3B610DB6-0F26-525B-0061-11A6EDCB8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5"/>
          <a:stretch>
            <a:fillRect/>
          </a:stretch>
        </p:blipFill>
        <p:spPr>
          <a:xfrm>
            <a:off x="5137385" y="1892785"/>
            <a:ext cx="5934615" cy="33264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Código </a:t>
            </a:r>
            <a:r>
              <a:rPr lang="en-US" dirty="0"/>
              <a:t>-</a:t>
            </a:r>
            <a:r>
              <a:rPr dirty="0"/>
              <a:t> Render de Cartas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def </a:t>
            </a:r>
            <a:r>
              <a:rPr dirty="0" err="1"/>
              <a:t>hacer_superficie_carta</a:t>
            </a:r>
            <a:r>
              <a:rPr dirty="0"/>
              <a:t>(c):</a:t>
            </a:r>
          </a:p>
          <a:p>
            <a:pPr marL="0" indent="0">
              <a:buNone/>
            </a:pPr>
            <a:r>
              <a:rPr dirty="0"/>
              <a:t>    </a:t>
            </a:r>
            <a:r>
              <a:rPr dirty="0" err="1"/>
              <a:t>pygame.draw.rect</a:t>
            </a:r>
            <a:r>
              <a:rPr dirty="0"/>
              <a:t>(...)</a:t>
            </a:r>
          </a:p>
          <a:p>
            <a:pPr marL="0" indent="0">
              <a:buNone/>
            </a:pPr>
            <a:r>
              <a:rPr dirty="0"/>
              <a:t>    </a:t>
            </a:r>
            <a:r>
              <a:rPr dirty="0" err="1"/>
              <a:t>pantalla.blit</a:t>
            </a:r>
            <a:r>
              <a:rPr dirty="0"/>
              <a:t>(</a:t>
            </a:r>
            <a:r>
              <a:rPr dirty="0" err="1"/>
              <a:t>texto</a:t>
            </a:r>
            <a:r>
              <a:rPr dirty="0"/>
              <a:t>, ...)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Cierre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Pylatro</a:t>
            </a:r>
            <a:r>
              <a:rPr dirty="0"/>
              <a:t> replica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espíritu</a:t>
            </a:r>
            <a:r>
              <a:rPr dirty="0"/>
              <a:t> de </a:t>
            </a:r>
            <a:r>
              <a:rPr dirty="0" err="1"/>
              <a:t>Balatro</a:t>
            </a:r>
            <a:r>
              <a:rPr dirty="0"/>
              <a:t> con </a:t>
            </a:r>
            <a:r>
              <a:rPr dirty="0" err="1"/>
              <a:t>una</a:t>
            </a:r>
            <a:r>
              <a:rPr dirty="0"/>
              <a:t> base </a:t>
            </a:r>
            <a:r>
              <a:rPr dirty="0" err="1"/>
              <a:t>técnica</a:t>
            </a:r>
            <a:r>
              <a:rPr dirty="0"/>
              <a:t> </a:t>
            </a:r>
            <a:r>
              <a:rPr dirty="0" err="1"/>
              <a:t>sólida</a:t>
            </a:r>
            <a:r>
              <a:rPr dirty="0"/>
              <a:t> </a:t>
            </a:r>
            <a:r>
              <a:rPr dirty="0" err="1"/>
              <a:t>lista</a:t>
            </a:r>
            <a:r>
              <a:rPr dirty="0"/>
              <a:t> para </a:t>
            </a:r>
            <a:r>
              <a:rPr dirty="0" err="1"/>
              <a:t>expandir</a:t>
            </a:r>
            <a:r>
              <a:rPr dirty="0"/>
              <a:t>.</a:t>
            </a:r>
          </a:p>
        </p:txBody>
      </p:sp>
      <p:pic>
        <p:nvPicPr>
          <p:cNvPr id="5" name="Picture 4" descr="A logo with playing cards&#10;&#10;AI-generated content may be incorrect.">
            <a:extLst>
              <a:ext uri="{FF2B5EF4-FFF2-40B4-BE49-F238E27FC236}">
                <a16:creationId xmlns:a16="http://schemas.microsoft.com/office/drawing/2014/main" id="{ED379915-AC91-32E8-0F76-EE6D506CD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7750" y="0"/>
            <a:ext cx="142875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591</TotalTime>
  <Words>326</Words>
  <Application>Microsoft Office PowerPoint</Application>
  <PresentationFormat>Widescreen</PresentationFormat>
  <Paragraphs>57</Paragraphs>
  <Slides>23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Arial</vt:lpstr>
      <vt:lpstr>Corbel</vt:lpstr>
      <vt:lpstr>Depth</vt:lpstr>
      <vt:lpstr>PowerPoint Presentation</vt:lpstr>
      <vt:lpstr>PowerPoint Presentation</vt:lpstr>
      <vt:lpstr>Arquitectura General</vt:lpstr>
      <vt:lpstr>PowerPoint Presentation</vt:lpstr>
      <vt:lpstr>Modelo de Cartas</vt:lpstr>
      <vt:lpstr>Modelo de Cartas</vt:lpstr>
      <vt:lpstr>Reparto y Descarte</vt:lpstr>
      <vt:lpstr>Evaluación de Manos</vt:lpstr>
      <vt:lpstr>Código — Evaluación</vt:lpstr>
      <vt:lpstr>PowerPoint Presentation</vt:lpstr>
      <vt:lpstr>PowerPoint Presentation</vt:lpstr>
      <vt:lpstr>Jokers - Concepto</vt:lpstr>
      <vt:lpstr>PowerPoint Presentation</vt:lpstr>
      <vt:lpstr>PowerPoint Presentation</vt:lpstr>
      <vt:lpstr>Jugador</vt:lpstr>
      <vt:lpstr>Rondas - Estructura</vt:lpstr>
      <vt:lpstr>Código - Objetivos</vt:lpstr>
      <vt:lpstr>Condición de Victoria</vt:lpstr>
      <vt:lpstr>Tienda de Jokers</vt:lpstr>
      <vt:lpstr>Controlador - Lógica Central</vt:lpstr>
      <vt:lpstr>Interfaz Gráfica</vt:lpstr>
      <vt:lpstr>Código - Render de Cartas</vt:lpstr>
      <vt:lpstr>Cierre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Augus Zimm</dc:creator>
  <cp:lastModifiedBy>Augus Zimm</cp:lastModifiedBy>
  <cp:revision>6</cp:revision>
  <dcterms:created xsi:type="dcterms:W3CDTF">2025-11-16T21:04:29Z</dcterms:created>
  <dcterms:modified xsi:type="dcterms:W3CDTF">2025-11-17T19:21:21Z</dcterms:modified>
</cp:coreProperties>
</file>