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9"/>
  </p:notesMasterIdLst>
  <p:sldIdLst>
    <p:sldId id="256" r:id="rId2"/>
    <p:sldId id="258" r:id="rId3"/>
    <p:sldId id="259" r:id="rId4"/>
    <p:sldId id="257" r:id="rId5"/>
    <p:sldId id="260" r:id="rId6"/>
    <p:sldId id="263" r:id="rId7"/>
    <p:sldId id="278" r:id="rId8"/>
    <p:sldId id="277" r:id="rId9"/>
    <p:sldId id="265" r:id="rId10"/>
    <p:sldId id="280" r:id="rId11"/>
    <p:sldId id="266" r:id="rId12"/>
    <p:sldId id="281" r:id="rId13"/>
    <p:sldId id="268" r:id="rId14"/>
    <p:sldId id="269" r:id="rId15"/>
    <p:sldId id="273" r:id="rId16"/>
    <p:sldId id="271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014"/>
    <a:srgbClr val="650A00"/>
    <a:srgbClr val="002B43"/>
    <a:srgbClr val="8C2828"/>
    <a:srgbClr val="004F8A"/>
    <a:srgbClr val="E6A6A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FE940-7551-4351-8F32-75FBD87CAE68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A84CC-9B26-4352-B228-E4E426848C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886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6426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9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2843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732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488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3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9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90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612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343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4342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0218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408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425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740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713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356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0">
              <a:srgbClr val="181014"/>
            </a:gs>
            <a:gs pos="0">
              <a:srgbClr val="650A00"/>
            </a:gs>
            <a:gs pos="100000">
              <a:srgbClr val="002B43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C62692F-08E6-4488-9832-35C7FAC6B41A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2BB02E64-B3E4-48D5-BFCA-7B79021C04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31732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21A60-1E4D-7747-9A96-E218CDD3A7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F459C2-CF3C-00CA-1BAB-DA4705C973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 descr="A card game with cards and chips">
            <a:extLst>
              <a:ext uri="{FF2B5EF4-FFF2-40B4-BE49-F238E27FC236}">
                <a16:creationId xmlns:a16="http://schemas.microsoft.com/office/drawing/2014/main" id="{596F020A-8B28-1372-BDF2-618D527EA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69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D7DD9-9B8F-C829-7829-70AED1CDC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CD33-29AB-07EA-9FEB-536F2469B1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A4987A-CB53-56A6-9828-311B92C8AB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 descr="A card game with cards and chips">
            <a:extLst>
              <a:ext uri="{FF2B5EF4-FFF2-40B4-BE49-F238E27FC236}">
                <a16:creationId xmlns:a16="http://schemas.microsoft.com/office/drawing/2014/main" id="{99F4EFE6-77B1-0B50-2566-D3F0A2140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CE776DD-FAA8-F1AD-0E54-B817207772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8D4775-2FFE-52A9-3EDA-8C6579109E5A}"/>
              </a:ext>
            </a:extLst>
          </p:cNvPr>
          <p:cNvSpPr txBox="1"/>
          <p:nvPr/>
        </p:nvSpPr>
        <p:spPr>
          <a:xfrm>
            <a:off x="1327150" y="691137"/>
            <a:ext cx="3771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err="1"/>
              <a:t>Pylatro</a:t>
            </a:r>
            <a:endParaRPr lang="en-GB" sz="6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191D3-44FC-AEE3-948A-9DF5E4826998}"/>
              </a:ext>
            </a:extLst>
          </p:cNvPr>
          <p:cNvSpPr txBox="1"/>
          <p:nvPr/>
        </p:nvSpPr>
        <p:spPr>
          <a:xfrm>
            <a:off x="1327150" y="1731091"/>
            <a:ext cx="4400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Una </a:t>
            </a:r>
            <a:r>
              <a:rPr lang="en-US" dirty="0" err="1"/>
              <a:t>recreación</a:t>
            </a:r>
            <a:r>
              <a:rPr lang="en-US" dirty="0"/>
              <a:t> de </a:t>
            </a:r>
            <a:r>
              <a:rPr lang="en-US" dirty="0" err="1"/>
              <a:t>Balatro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Python y </a:t>
            </a:r>
            <a:r>
              <a:rPr lang="en-US" dirty="0" err="1"/>
              <a:t>Pygame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3566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rgbClr val="0C1E2C"/>
            </a:gs>
            <a:gs pos="42000">
              <a:srgbClr val="181014"/>
            </a:gs>
            <a:gs pos="0">
              <a:srgbClr val="650A00"/>
            </a:gs>
            <a:gs pos="100000">
              <a:srgbClr val="002B43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d game with cards and chips">
            <a:extLst>
              <a:ext uri="{FF2B5EF4-FFF2-40B4-BE49-F238E27FC236}">
                <a16:creationId xmlns:a16="http://schemas.microsoft.com/office/drawing/2014/main" id="{5F50DA67-4F93-F4FC-BC9F-06C01DDC39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Arquitectura</a:t>
            </a:r>
            <a:r>
              <a:rPr dirty="0"/>
              <a:t>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Módulo</a:t>
            </a:r>
            <a:r>
              <a:rPr dirty="0"/>
              <a:t> de cartas y </a:t>
            </a:r>
            <a:r>
              <a:rPr dirty="0" err="1"/>
              <a:t>mazo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Evaluador</a:t>
            </a:r>
            <a:r>
              <a:rPr dirty="0"/>
              <a:t> de manos</a:t>
            </a:r>
          </a:p>
          <a:p>
            <a:pPr marL="0" indent="0">
              <a:buNone/>
            </a:pPr>
            <a:r>
              <a:rPr dirty="0"/>
              <a:t>• Sistema de Jokers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Jugador</a:t>
            </a:r>
            <a:r>
              <a:rPr dirty="0"/>
              <a:t> y </a:t>
            </a:r>
            <a:r>
              <a:rPr dirty="0" err="1"/>
              <a:t>progreso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Controlador</a:t>
            </a:r>
            <a:r>
              <a:rPr dirty="0"/>
              <a:t> de </a:t>
            </a:r>
            <a:r>
              <a:rPr dirty="0" err="1"/>
              <a:t>rondas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Interfaz</a:t>
            </a:r>
            <a:r>
              <a:rPr dirty="0"/>
              <a:t> con </a:t>
            </a:r>
            <a:r>
              <a:rPr dirty="0" err="1"/>
              <a:t>Pygame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d game with cards and chips&#10;&#10;AI-generated content may be incorrect.">
            <a:extLst>
              <a:ext uri="{FF2B5EF4-FFF2-40B4-BE49-F238E27FC236}">
                <a16:creationId xmlns:a16="http://schemas.microsoft.com/office/drawing/2014/main" id="{E4DD85C7-4DFE-C164-3089-CD51FB7DC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41600" y="-2759075"/>
            <a:ext cx="20421600" cy="1148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91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Cartas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lang="en-GB" dirty="0"/>
              <a:t>Cartas </a:t>
            </a:r>
            <a:r>
              <a:rPr lang="en-GB" dirty="0" err="1"/>
              <a:t>representadas</a:t>
            </a:r>
            <a:r>
              <a:rPr lang="en-GB" dirty="0"/>
              <a:t> 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tuplas</a:t>
            </a:r>
            <a:r>
              <a:rPr lang="en-GB" dirty="0"/>
              <a:t> (</a:t>
            </a:r>
            <a:r>
              <a:rPr lang="en-GB" dirty="0" err="1"/>
              <a:t>valor</a:t>
            </a:r>
            <a:r>
              <a:rPr lang="en-GB" dirty="0"/>
              <a:t>, </a:t>
            </a:r>
            <a:r>
              <a:rPr lang="en-GB" dirty="0" err="1"/>
              <a:t>palo</a:t>
            </a:r>
            <a:r>
              <a:rPr lang="en-GB" dirty="0"/>
              <a:t>)</a:t>
            </a:r>
            <a:r>
              <a:rPr dirty="0"/>
              <a:t> </a:t>
            </a:r>
            <a:endParaRPr lang="en-US" dirty="0"/>
          </a:p>
          <a:p>
            <a:pPr marL="0" indent="0">
              <a:buNone/>
            </a:pPr>
            <a:r>
              <a:rPr dirty="0"/>
              <a:t>• Mazo </a:t>
            </a:r>
            <a:r>
              <a:rPr dirty="0" err="1"/>
              <a:t>generado</a:t>
            </a:r>
            <a:r>
              <a:rPr dirty="0"/>
              <a:t> </a:t>
            </a:r>
            <a:r>
              <a:rPr dirty="0" err="1"/>
              <a:t>dinámicamente</a:t>
            </a:r>
            <a:endParaRPr dirty="0"/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D60A75C-563D-90AC-FCB1-2DACFA775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2626"/>
            <a:ext cx="12192000" cy="5054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Evaluación</a:t>
            </a:r>
            <a:r>
              <a:rPr dirty="0"/>
              <a:t> de Manos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86A5F-AEF5-D73A-7071-D44D00A48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 </a:t>
            </a:r>
            <a:r>
              <a:rPr lang="en-US" dirty="0" err="1"/>
              <a:t>cuenta</a:t>
            </a:r>
            <a:r>
              <a:rPr lang="en-US" dirty="0"/>
              <a:t> primero la </a:t>
            </a:r>
            <a:r>
              <a:rPr lang="en-US" dirty="0" err="1"/>
              <a:t>repetición</a:t>
            </a:r>
            <a:r>
              <a:rPr lang="en-US" dirty="0"/>
              <a:t> de </a:t>
            </a:r>
            <a:r>
              <a:rPr lang="en-US" dirty="0" err="1"/>
              <a:t>valores</a:t>
            </a:r>
            <a:r>
              <a:rPr lang="en-US" dirty="0"/>
              <a:t>, y se </a:t>
            </a:r>
            <a:r>
              <a:rPr lang="en-US" dirty="0" err="1"/>
              <a:t>compara</a:t>
            </a:r>
            <a:r>
              <a:rPr lang="en-US" dirty="0"/>
              <a:t>:</a:t>
            </a:r>
            <a:endParaRPr lang="en-GB" dirty="0"/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1CCDEAF-9426-0601-5006-365B74997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1281"/>
            <a:ext cx="12192000" cy="60292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6F61A-AB6B-EC94-3D16-869AE2DE3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d game with cards and chips&#10;&#10;AI-generated content may be incorrect.">
            <a:extLst>
              <a:ext uri="{FF2B5EF4-FFF2-40B4-BE49-F238E27FC236}">
                <a16:creationId xmlns:a16="http://schemas.microsoft.com/office/drawing/2014/main" id="{7E578D2A-8D34-24A0-01D8-0FEB69D0B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41600" y="-2759075"/>
            <a:ext cx="20421600" cy="1148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356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56A8C-A9BF-B7EF-16F3-05FCA2780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13B6-0F01-345E-20A7-9CC1AF9FC6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0F161-E8FF-704C-0C9F-0F2DA68E1E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 descr="A card game with cards and chips">
            <a:extLst>
              <a:ext uri="{FF2B5EF4-FFF2-40B4-BE49-F238E27FC236}">
                <a16:creationId xmlns:a16="http://schemas.microsoft.com/office/drawing/2014/main" id="{D129C7D8-EBA0-DC5A-35F4-73E53D306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05800" y="0"/>
            <a:ext cx="20497800" cy="1153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5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Jokers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Concepto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Clases</a:t>
            </a:r>
            <a:r>
              <a:rPr dirty="0"/>
              <a:t> </a:t>
            </a:r>
            <a:r>
              <a:rPr dirty="0" err="1"/>
              <a:t>independientes</a:t>
            </a:r>
            <a:endParaRPr lang="en-US" dirty="0"/>
          </a:p>
          <a:p>
            <a:r>
              <a:rPr dirty="0" err="1"/>
              <a:t>Modifican</a:t>
            </a:r>
            <a:r>
              <a:rPr dirty="0"/>
              <a:t> chips y </a:t>
            </a:r>
            <a:r>
              <a:rPr dirty="0" err="1"/>
              <a:t>multiplicadores</a:t>
            </a:r>
            <a:endParaRPr lang="en-US" dirty="0"/>
          </a:p>
          <a:p>
            <a:r>
              <a:rPr dirty="0"/>
              <a:t>Cada uno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precio</a:t>
            </a:r>
            <a:r>
              <a:rPr dirty="0"/>
              <a:t>, </a:t>
            </a:r>
            <a:r>
              <a:rPr dirty="0" err="1"/>
              <a:t>habilidad</a:t>
            </a:r>
            <a:r>
              <a:rPr dirty="0"/>
              <a:t> y </a:t>
            </a:r>
            <a:r>
              <a:rPr dirty="0" err="1"/>
              <a:t>descripción</a:t>
            </a:r>
            <a:endParaRPr dirty="0"/>
          </a:p>
        </p:txBody>
      </p:sp>
      <p:pic>
        <p:nvPicPr>
          <p:cNvPr id="4" name="Picture 3" descr="A card game with cards and chips">
            <a:extLst>
              <a:ext uri="{FF2B5EF4-FFF2-40B4-BE49-F238E27FC236}">
                <a16:creationId xmlns:a16="http://schemas.microsoft.com/office/drawing/2014/main" id="{34A4DE6D-6362-D403-90BB-CCE6808E8E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05800" y="0"/>
            <a:ext cx="20497800" cy="115300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C447-7E27-1D1F-DA5B-21F7013E6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8940FD9-9084-D3AB-1F26-20C868024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04" y="0"/>
            <a:ext cx="114799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00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72F87AE0-EE92-E92F-EC0F-90D4CB713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15" y="0"/>
            <a:ext cx="1113377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2D89F-58E2-B9EB-9D54-82E1B4BE8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300D5-689E-A980-C4AD-6A5455DA7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Jugador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D7DF6-8AAD-63E0-CC36-449AC6855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Métodos</a:t>
            </a:r>
            <a:r>
              <a:rPr lang="en-US" dirty="0"/>
              <a:t>:</a:t>
            </a:r>
          </a:p>
          <a:p>
            <a:pPr lvl="1"/>
            <a:r>
              <a:rPr dirty="0" err="1"/>
              <a:t>comprar_joker</a:t>
            </a:r>
            <a:r>
              <a:rPr dirty="0"/>
              <a:t>()</a:t>
            </a:r>
            <a:endParaRPr lang="en-US" dirty="0"/>
          </a:p>
          <a:p>
            <a:pPr lvl="1"/>
            <a:r>
              <a:rPr dirty="0" err="1"/>
              <a:t>mostrarJokers</a:t>
            </a:r>
            <a:r>
              <a:rPr dirty="0"/>
              <a:t>()</a:t>
            </a:r>
            <a:endParaRPr lang="en-US" dirty="0"/>
          </a:p>
          <a:p>
            <a:pPr lvl="1"/>
            <a:r>
              <a:rPr lang="en-GB" dirty="0" err="1"/>
              <a:t>obtenerJokers</a:t>
            </a:r>
            <a:r>
              <a:rPr lang="en-GB" dirty="0"/>
              <a:t>()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7" name="Picture 6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FEFC8188-2DB6-F3C2-11DD-59AA1D50F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415" y="1015722"/>
            <a:ext cx="7398510" cy="597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132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Rondas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Estructura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Incrementa</a:t>
            </a:r>
            <a:r>
              <a:rPr lang="en-US" dirty="0"/>
              <a:t> la </a:t>
            </a:r>
            <a:r>
              <a:rPr lang="en-US" dirty="0" err="1"/>
              <a:t>dificultad</a:t>
            </a:r>
            <a:r>
              <a:rPr lang="en-US" dirty="0"/>
              <a:t>, la </a:t>
            </a:r>
            <a:r>
              <a:rPr lang="en-US" dirty="0" err="1"/>
              <a:t>cantidad</a:t>
            </a:r>
            <a:r>
              <a:rPr lang="en-US" dirty="0"/>
              <a:t> </a:t>
            </a:r>
            <a:r>
              <a:rPr lang="en-US" dirty="0" err="1"/>
              <a:t>requerida</a:t>
            </a:r>
            <a:r>
              <a:rPr lang="en-US" dirty="0"/>
              <a:t> de </a:t>
            </a:r>
            <a:r>
              <a:rPr lang="en-US" dirty="0" err="1"/>
              <a:t>fichas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dirty="0" err="1"/>
              <a:t>umenta</a:t>
            </a:r>
            <a:r>
              <a:rPr dirty="0"/>
              <a:t> 150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ronda</a:t>
            </a:r>
            <a:endParaRPr dirty="0"/>
          </a:p>
          <a:p>
            <a:r>
              <a:rPr dirty="0"/>
              <a:t>Cada 3 </a:t>
            </a:r>
            <a:r>
              <a:rPr dirty="0" err="1"/>
              <a:t>rondas</a:t>
            </a:r>
            <a:endParaRPr lang="en-US" dirty="0"/>
          </a:p>
          <a:p>
            <a:pPr marL="0" indent="0">
              <a:buNone/>
            </a:pPr>
            <a:r>
              <a:rPr dirty="0"/>
              <a:t> </a:t>
            </a:r>
            <a:r>
              <a:rPr lang="en-US" dirty="0"/>
              <a:t>  </a:t>
            </a:r>
            <a:r>
              <a:rPr dirty="0" err="1"/>
              <a:t>el</a:t>
            </a:r>
            <a:r>
              <a:rPr dirty="0"/>
              <a:t> valor se </a:t>
            </a:r>
            <a:r>
              <a:rPr dirty="0" err="1"/>
              <a:t>duplica</a:t>
            </a:r>
            <a:endParaRPr dirty="0"/>
          </a:p>
        </p:txBody>
      </p:sp>
      <p:pic>
        <p:nvPicPr>
          <p:cNvPr id="4" name="Picture 3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7D78A2C6-4B1F-58F6-F3D8-9C2B4A41D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415" y="1825625"/>
            <a:ext cx="7629385" cy="5290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Código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Objetivos</a:t>
            </a:r>
            <a:endParaRPr dirty="0"/>
          </a:p>
        </p:txBody>
      </p:sp>
      <p:pic>
        <p:nvPicPr>
          <p:cNvPr id="5" name="Picture 4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440B867D-67C3-10C7-5A8C-D3FB6C5CA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639" y="953294"/>
            <a:ext cx="8762721" cy="60761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Interfaz</a:t>
            </a:r>
            <a:r>
              <a:rPr dirty="0"/>
              <a:t> Gráfica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dirty="0"/>
              <a:t>• Cartas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abanico</a:t>
            </a:r>
            <a:endParaRPr dirty="0"/>
          </a:p>
          <a:p>
            <a:pPr marL="0" indent="0">
              <a:buNone/>
            </a:pPr>
            <a:r>
              <a:rPr dirty="0"/>
              <a:t>• HUD </a:t>
            </a:r>
            <a:r>
              <a:rPr dirty="0" err="1"/>
              <a:t>dinámico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Botones</a:t>
            </a:r>
            <a:r>
              <a:rPr dirty="0"/>
              <a:t> </a:t>
            </a:r>
            <a:r>
              <a:rPr dirty="0" err="1"/>
              <a:t>interactivos</a:t>
            </a:r>
            <a:endParaRPr dirty="0"/>
          </a:p>
        </p:txBody>
      </p:sp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3B610DB6-0F26-525B-0061-11A6EDCB8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5"/>
          <a:stretch>
            <a:fillRect/>
          </a:stretch>
        </p:blipFill>
        <p:spPr>
          <a:xfrm>
            <a:off x="5137385" y="1892785"/>
            <a:ext cx="5934615" cy="3326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Tienda de Jokers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Compra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dinero </a:t>
            </a:r>
            <a:r>
              <a:rPr lang="en-GB" dirty="0"/>
              <a:t>G</a:t>
            </a:r>
            <a:r>
              <a:rPr dirty="0" err="1"/>
              <a:t>anado</a:t>
            </a:r>
            <a:endParaRPr lang="en-US" dirty="0"/>
          </a:p>
          <a:p>
            <a:r>
              <a:rPr dirty="0"/>
              <a:t>Cada Joker cambia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cálculo</a:t>
            </a:r>
            <a:r>
              <a:rPr dirty="0"/>
              <a:t> final de puntos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8FB46C-A85D-3C0C-1F7B-18A5A2F39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" t="4306" r="506" b="45911"/>
          <a:stretch>
            <a:fillRect/>
          </a:stretch>
        </p:blipFill>
        <p:spPr>
          <a:xfrm>
            <a:off x="1585912" y="3333750"/>
            <a:ext cx="9020176" cy="26750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Pylatro</a:t>
            </a:r>
            <a:r>
              <a:rPr dirty="0"/>
              <a:t> replica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espíritu</a:t>
            </a:r>
            <a:r>
              <a:rPr dirty="0"/>
              <a:t> de </a:t>
            </a:r>
            <a:r>
              <a:rPr dirty="0" err="1"/>
              <a:t>Balatro</a:t>
            </a:r>
            <a:r>
              <a:rPr dirty="0"/>
              <a:t> con </a:t>
            </a:r>
            <a:r>
              <a:rPr dirty="0" err="1"/>
              <a:t>una</a:t>
            </a:r>
            <a:r>
              <a:rPr dirty="0"/>
              <a:t> base </a:t>
            </a:r>
            <a:r>
              <a:rPr dirty="0" err="1"/>
              <a:t>técnica</a:t>
            </a:r>
            <a:r>
              <a:rPr dirty="0"/>
              <a:t> </a:t>
            </a:r>
            <a:r>
              <a:rPr dirty="0" err="1"/>
              <a:t>sólida</a:t>
            </a:r>
            <a:r>
              <a:rPr dirty="0"/>
              <a:t> </a:t>
            </a:r>
            <a:r>
              <a:rPr dirty="0" err="1"/>
              <a:t>lista</a:t>
            </a:r>
            <a:r>
              <a:rPr dirty="0"/>
              <a:t> para </a:t>
            </a:r>
            <a:r>
              <a:rPr dirty="0" err="1"/>
              <a:t>expandir</a:t>
            </a:r>
            <a:r>
              <a:rPr dirty="0"/>
              <a:t>.</a:t>
            </a:r>
          </a:p>
        </p:txBody>
      </p:sp>
      <p:pic>
        <p:nvPicPr>
          <p:cNvPr id="5" name="Picture 4" descr="A logo with playing cards&#10;&#10;AI-generated content may be incorrect.">
            <a:extLst>
              <a:ext uri="{FF2B5EF4-FFF2-40B4-BE49-F238E27FC236}">
                <a16:creationId xmlns:a16="http://schemas.microsoft.com/office/drawing/2014/main" id="{ED379915-AC91-32E8-0F76-EE6D506CD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7750" y="0"/>
            <a:ext cx="142875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633</TotalTime>
  <Words>169</Words>
  <Application>Microsoft Office PowerPoint</Application>
  <PresentationFormat>Widescreen</PresentationFormat>
  <Paragraphs>39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Corbel</vt:lpstr>
      <vt:lpstr>Depth</vt:lpstr>
      <vt:lpstr>PowerPoint Presentation</vt:lpstr>
      <vt:lpstr>PowerPoint Presentation</vt:lpstr>
      <vt:lpstr>Arquitectura General</vt:lpstr>
      <vt:lpstr>PowerPoint Presentation</vt:lpstr>
      <vt:lpstr>Modelo de Cartas</vt:lpstr>
      <vt:lpstr>Evaluación de Manos</vt:lpstr>
      <vt:lpstr>PowerPoint Presentation</vt:lpstr>
      <vt:lpstr>PowerPoint Presentation</vt:lpstr>
      <vt:lpstr>Jokers - Concepto</vt:lpstr>
      <vt:lpstr>PowerPoint Presentation</vt:lpstr>
      <vt:lpstr>PowerPoint Presentation</vt:lpstr>
      <vt:lpstr>Jugador</vt:lpstr>
      <vt:lpstr>Rondas - Estructura</vt:lpstr>
      <vt:lpstr>Código - Objetivos</vt:lpstr>
      <vt:lpstr>Interfaz Gráfica</vt:lpstr>
      <vt:lpstr>Tienda de Jokers</vt:lpstr>
      <vt:lpstr>Cierre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Augus Zimm</dc:creator>
  <cp:lastModifiedBy>Augus Zimm</cp:lastModifiedBy>
  <cp:revision>9</cp:revision>
  <dcterms:created xsi:type="dcterms:W3CDTF">2025-11-16T21:04:29Z</dcterms:created>
  <dcterms:modified xsi:type="dcterms:W3CDTF">2025-11-17T20:36:05Z</dcterms:modified>
</cp:coreProperties>
</file>